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CC9"/>
    <a:srgbClr val="FC887B"/>
    <a:srgbClr val="FFDD95"/>
    <a:srgbClr val="A7DDC4"/>
    <a:srgbClr val="FE9F89"/>
    <a:srgbClr val="DAB9D0"/>
    <a:srgbClr val="E89E8E"/>
    <a:srgbClr val="FFE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6"/>
    <p:restoredTop sz="94648"/>
  </p:normalViewPr>
  <p:slideViewPr>
    <p:cSldViewPr snapToGrid="0">
      <p:cViewPr varScale="1">
        <p:scale>
          <a:sx n="117" d="100"/>
          <a:sy n="117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F27E-F285-B62D-4C1D-CA6A2139C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6429B-4EC7-96DC-2777-412BC1115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EE0A2-2C80-3E58-173A-0E9C7AFC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71D83-154F-7630-9D1D-3E1D8802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1ECA-A5D7-AB21-CDED-5D1E3E31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8592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1737-C787-2D7E-76F1-EBB975C2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E64E2-CCD4-3B63-98C5-5351F5D0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8BD96-DDAC-46F1-8F8C-1DA80B7E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6EAB0-3D88-7918-B73C-3E694EEB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2EFD9-0C50-990E-3E55-6EED8CC8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5940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CCC4-E964-1E05-7526-96FAAE3B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821A0-D040-CB4B-E85C-360562900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921DA-C21D-A54C-E4B4-A9A0B517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84A75-9E28-F15B-5000-6E7F451C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DF5A6-33DE-4E80-17B6-58137525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2337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05AD-B1DF-EA8F-8A74-9E1674BA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3E479-B075-A77B-366C-93266EEF3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36945-0C1F-22B9-BB65-C949EF7FE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55BAD-0832-61B9-C97A-50128290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195D3-BEE1-15C2-3F6E-7C7CD740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B83B3-D43C-A09E-4C3D-93465D63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4810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1AFE-14A1-1B6F-7F4E-72A59C4E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BDDC4-91D2-2B69-7241-29BB2A046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D0F7F-5B54-6397-883D-07F892B25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168ED-6A1A-84FD-3482-8C7D70C1F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8CDC4-1439-F108-025B-72FB8906D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2B9E8-F428-3E94-F89E-4A56A1EF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DEC13-8BF6-9A21-CC44-9069C0EA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82C14-080A-F2E5-33C7-D09576E3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5905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D8FF-687D-2380-7799-12801F2E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4FC7E-2A3D-5444-C799-407F159E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B1893-77B4-3FFA-2223-B9082C90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6F6-6A50-ABA7-4D83-7581C6AF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3285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AD720-36F4-3A7D-1899-85A9083C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59B37-8305-AF89-7E75-E20A7185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0B651-37E4-9DC5-D4D1-E1F3DF06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7924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4256-C898-6708-0F2D-5310DDEF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1A51-341D-641C-EDDE-B50FE521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751CF-1310-D4B0-DF66-F41C5E983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22C94-7626-14D1-27C7-CA8F0772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61B7E-9BB7-328F-27FF-7D732212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0C01B-CD53-5511-EC84-7444AD30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0541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6C23-3EE9-D24F-9247-C43B0371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D899D-BD7E-FEED-ED08-142196E00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96F58-D439-2CC2-B81B-973B6015A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A4510-7AF6-1D20-58C1-7FBB1945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E81EA-007D-708F-423B-198B77CF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73324-2037-1912-9CEC-76C6513E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7714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63B3-F727-3D5F-B903-394EB5FA8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961AA-377D-D9A8-EA83-E46DE4EAE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DC78A-8B91-5050-FC38-EC37215CF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B515-8B31-742A-C372-FD6FDD6F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9537-C439-A865-72F1-95DC9C15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5730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BA812-4EEB-58C6-7FDB-79C252F53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49E56-482F-D4A2-B9D2-094F15E4F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52EA-AF50-EA0C-9AEB-3946E36D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B556C-48EB-A44A-9901-8B3BB037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F111-71D0-F89E-C3B4-D300E9F2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1893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399C0-60F6-E863-5D19-33E2C4DF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792A6-9650-43D4-B094-8FD0D6DE8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81805-57C4-4FDC-74E0-A6A96881D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8E7E0-E2C6-244E-98AC-8157B737F500}" type="datetimeFigureOut">
              <a:rPr lang="en-ES" smtClean="0"/>
              <a:t>15/8/24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A895-9D7D-E771-12D1-16CF6C9AC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49079-6734-39FA-0C51-E658EDA6C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1F79D-E113-8B49-BEF1-28ADC7057C6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9791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4816AA-BAB3-889E-879D-37252861801D}"/>
              </a:ext>
            </a:extLst>
          </p:cNvPr>
          <p:cNvGrpSpPr/>
          <p:nvPr/>
        </p:nvGrpSpPr>
        <p:grpSpPr>
          <a:xfrm>
            <a:off x="2789322" y="2026279"/>
            <a:ext cx="7410545" cy="3418931"/>
            <a:chOff x="350922" y="2320194"/>
            <a:chExt cx="7410545" cy="3418931"/>
          </a:xfrm>
        </p:grpSpPr>
        <p:pic>
          <p:nvPicPr>
            <p:cNvPr id="5" name="Picture 4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19BCFC40-3F43-3078-1466-EC2C8D771A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15396" t="17398" r="14955" b="27561"/>
            <a:stretch/>
          </p:blipFill>
          <p:spPr>
            <a:xfrm rot="9678036">
              <a:off x="3608580" y="2821368"/>
              <a:ext cx="3692035" cy="2917757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C5CA0A-FC7C-6876-2607-1ACBE22EB961}"/>
                </a:ext>
              </a:extLst>
            </p:cNvPr>
            <p:cNvSpPr txBox="1"/>
            <p:nvPr/>
          </p:nvSpPr>
          <p:spPr>
            <a:xfrm>
              <a:off x="3405094" y="2331321"/>
              <a:ext cx="14287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2400" dirty="0">
                  <a:ea typeface="CMU Serif Roman" panose="02000603000000000000" pitchFamily="2" charset="0"/>
                  <a:cs typeface="CMU Serif Roman" panose="02000603000000000000" pitchFamily="2" charset="0"/>
                </a:rPr>
                <a:t>Coverage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E05DDAB-A9F5-204F-DCA6-8A7802C6FA24}"/>
                </a:ext>
              </a:extLst>
            </p:cNvPr>
            <p:cNvCxnSpPr>
              <a:cxnSpLocks/>
              <a:stCxn id="11" idx="7"/>
            </p:cNvCxnSpPr>
            <p:nvPr/>
          </p:nvCxnSpPr>
          <p:spPr>
            <a:xfrm flipH="1" flipV="1">
              <a:off x="2917505" y="3470573"/>
              <a:ext cx="1085989" cy="734641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2CEC915-286A-FA85-3857-D14F55D4C261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 flipH="1">
              <a:off x="2332419" y="4399188"/>
              <a:ext cx="1671075" cy="968224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941B3D8-D8B4-D8F0-B5DD-7E747FA94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5842" y="3389435"/>
              <a:ext cx="1090158" cy="2034963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ACDA28E-C8EB-3C8F-F919-FC407467D39F}"/>
                </a:ext>
              </a:extLst>
            </p:cNvPr>
            <p:cNvGrpSpPr/>
            <p:nvPr/>
          </p:nvGrpSpPr>
          <p:grpSpPr>
            <a:xfrm>
              <a:off x="465144" y="2483420"/>
              <a:ext cx="2278085" cy="2211737"/>
              <a:chOff x="508686" y="2526962"/>
              <a:chExt cx="2278085" cy="2211737"/>
            </a:xfrm>
          </p:grpSpPr>
          <p:sp>
            <p:nvSpPr>
              <p:cNvPr id="29" name="Partial Circle 28">
                <a:extLst>
                  <a:ext uri="{FF2B5EF4-FFF2-40B4-BE49-F238E27FC236}">
                    <a16:creationId xmlns:a16="http://schemas.microsoft.com/office/drawing/2014/main" id="{0F45C1D4-A2F0-AE59-DA4A-035D13ABC8E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719319">
                <a:off x="508686" y="2526962"/>
                <a:ext cx="2278085" cy="2211737"/>
              </a:xfrm>
              <a:prstGeom prst="pie">
                <a:avLst>
                  <a:gd name="adj1" fmla="val 9057575"/>
                  <a:gd name="adj2" fmla="val 16200550"/>
                </a:avLst>
              </a:prstGeom>
              <a:solidFill>
                <a:srgbClr val="FFDD95"/>
              </a:solidFill>
              <a:ln>
                <a:solidFill>
                  <a:srgbClr val="FFDD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Partial Circle 29">
                <a:extLst>
                  <a:ext uri="{FF2B5EF4-FFF2-40B4-BE49-F238E27FC236}">
                    <a16:creationId xmlns:a16="http://schemas.microsoft.com/office/drawing/2014/main" id="{BE03FC82-2605-CF4E-C7EE-EB8D25ED55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99196">
                <a:off x="803216" y="2815668"/>
                <a:ext cx="1700860" cy="1651323"/>
              </a:xfrm>
              <a:prstGeom prst="pie">
                <a:avLst>
                  <a:gd name="adj1" fmla="val 9088314"/>
                  <a:gd name="adj2" fmla="val 16200550"/>
                </a:avLst>
              </a:prstGeom>
              <a:solidFill>
                <a:srgbClr val="87DBC9"/>
              </a:solidFill>
              <a:ln w="38100">
                <a:solidFill>
                  <a:srgbClr val="87DCC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BA609C9-CF47-434C-1F11-8ACA1B44C3D1}"/>
                </a:ext>
              </a:extLst>
            </p:cNvPr>
            <p:cNvGrpSpPr/>
            <p:nvPr/>
          </p:nvGrpSpPr>
          <p:grpSpPr>
            <a:xfrm>
              <a:off x="350922" y="2354114"/>
              <a:ext cx="2356669" cy="2288031"/>
              <a:chOff x="365436" y="2368628"/>
              <a:chExt cx="2356669" cy="2288031"/>
            </a:xfrm>
          </p:grpSpPr>
          <p:sp>
            <p:nvSpPr>
              <p:cNvPr id="25" name="Partial Circle 5">
                <a:extLst>
                  <a:ext uri="{FF2B5EF4-FFF2-40B4-BE49-F238E27FC236}">
                    <a16:creationId xmlns:a16="http://schemas.microsoft.com/office/drawing/2014/main" id="{C48023F3-BE07-A1AB-E5F7-84CFEB5F5BD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983096">
                <a:off x="365436" y="2368628"/>
                <a:ext cx="2356669" cy="2288031"/>
              </a:xfrm>
              <a:prstGeom prst="pie">
                <a:avLst>
                  <a:gd name="adj1" fmla="val 9031307"/>
                  <a:gd name="adj2" fmla="val 16143430"/>
                </a:avLst>
              </a:prstGeom>
              <a:solidFill>
                <a:srgbClr val="FFDD95"/>
              </a:solidFill>
              <a:ln>
                <a:solidFill>
                  <a:srgbClr val="FFDD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Partial Circle 13">
                <a:extLst>
                  <a:ext uri="{FF2B5EF4-FFF2-40B4-BE49-F238E27FC236}">
                    <a16:creationId xmlns:a16="http://schemas.microsoft.com/office/drawing/2014/main" id="{34190E24-B3D7-F3CD-9921-6FCFDB8DAFC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99684">
                <a:off x="664639" y="2654796"/>
                <a:ext cx="1758261" cy="1707052"/>
              </a:xfrm>
              <a:prstGeom prst="pie">
                <a:avLst>
                  <a:gd name="adj1" fmla="val 9129625"/>
                  <a:gd name="adj2" fmla="val 16200550"/>
                </a:avLst>
              </a:prstGeom>
              <a:solidFill>
                <a:srgbClr val="87DBC9"/>
              </a:solidFill>
              <a:ln w="38100">
                <a:solidFill>
                  <a:srgbClr val="87DCC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" name="Partial Circle 13">
                <a:extLst>
                  <a:ext uri="{FF2B5EF4-FFF2-40B4-BE49-F238E27FC236}">
                    <a16:creationId xmlns:a16="http://schemas.microsoft.com/office/drawing/2014/main" id="{834E8AF4-9DDD-0B6E-360F-EFBB0C85C01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949980">
                <a:off x="871656" y="2850753"/>
                <a:ext cx="1354112" cy="1314673"/>
              </a:xfrm>
              <a:prstGeom prst="pie">
                <a:avLst>
                  <a:gd name="adj1" fmla="val 9107266"/>
                  <a:gd name="adj2" fmla="val 16143364"/>
                </a:avLst>
              </a:prstGeom>
              <a:solidFill>
                <a:srgbClr val="FC887B"/>
              </a:solidFill>
              <a:ln w="38100">
                <a:solidFill>
                  <a:srgbClr val="FC88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27ECA5B-5B8D-7668-A29E-DDFCB872001C}"/>
                </a:ext>
              </a:extLst>
            </p:cNvPr>
            <p:cNvSpPr/>
            <p:nvPr/>
          </p:nvSpPr>
          <p:spPr>
            <a:xfrm>
              <a:off x="2874881" y="2343116"/>
              <a:ext cx="500743" cy="438073"/>
            </a:xfrm>
            <a:prstGeom prst="roundRect">
              <a:avLst/>
            </a:prstGeom>
            <a:solidFill>
              <a:srgbClr val="FFDD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F1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539E23-59F7-1BCD-07F7-262BC9EEC430}"/>
                </a:ext>
              </a:extLst>
            </p:cNvPr>
            <p:cNvSpPr/>
            <p:nvPr/>
          </p:nvSpPr>
          <p:spPr>
            <a:xfrm>
              <a:off x="3769347" y="4165041"/>
              <a:ext cx="274320" cy="274320"/>
            </a:xfrm>
            <a:prstGeom prst="ellipse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015CD18-9BEB-1B93-E225-6CEB7C5EEC68}"/>
                </a:ext>
              </a:extLst>
            </p:cNvPr>
            <p:cNvGrpSpPr/>
            <p:nvPr/>
          </p:nvGrpSpPr>
          <p:grpSpPr>
            <a:xfrm>
              <a:off x="557411" y="2320194"/>
              <a:ext cx="2211736" cy="2278085"/>
              <a:chOff x="586439" y="2320194"/>
              <a:chExt cx="2211736" cy="2278085"/>
            </a:xfrm>
          </p:grpSpPr>
          <p:sp>
            <p:nvSpPr>
              <p:cNvPr id="27" name="Partial Circle 22">
                <a:extLst>
                  <a:ext uri="{FF2B5EF4-FFF2-40B4-BE49-F238E27FC236}">
                    <a16:creationId xmlns:a16="http://schemas.microsoft.com/office/drawing/2014/main" id="{447AAFDE-5AE6-D5D5-E538-773ADC18892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590630">
                <a:off x="553264" y="2353369"/>
                <a:ext cx="2278085" cy="2211736"/>
              </a:xfrm>
              <a:prstGeom prst="pie">
                <a:avLst>
                  <a:gd name="adj1" fmla="val 9031307"/>
                  <a:gd name="adj2" fmla="val 16200549"/>
                </a:avLst>
              </a:prstGeom>
              <a:solidFill>
                <a:srgbClr val="FFDD95"/>
              </a:solidFill>
              <a:ln>
                <a:solidFill>
                  <a:srgbClr val="FFDD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Partial Circle 13">
                <a:extLst>
                  <a:ext uri="{FF2B5EF4-FFF2-40B4-BE49-F238E27FC236}">
                    <a16:creationId xmlns:a16="http://schemas.microsoft.com/office/drawing/2014/main" id="{6B04CA66-CBE5-18D4-685F-7F7EF2877BA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614700">
                <a:off x="1018585" y="2795056"/>
                <a:ext cx="1354112" cy="1314673"/>
              </a:xfrm>
              <a:prstGeom prst="pie">
                <a:avLst>
                  <a:gd name="adj1" fmla="val 9036820"/>
                  <a:gd name="adj2" fmla="val 16143364"/>
                </a:avLst>
              </a:prstGeom>
              <a:solidFill>
                <a:srgbClr val="FC887B"/>
              </a:solidFill>
              <a:ln w="38100">
                <a:solidFill>
                  <a:srgbClr val="FC88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49F3F4-F64F-9124-2F59-B4DCD953BE75}"/>
                </a:ext>
              </a:extLst>
            </p:cNvPr>
            <p:cNvSpPr txBox="1"/>
            <p:nvPr/>
          </p:nvSpPr>
          <p:spPr>
            <a:xfrm>
              <a:off x="6332678" y="2326678"/>
              <a:ext cx="1428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ea typeface="CMU Serif Roman" panose="02000603000000000000" pitchFamily="2" charset="0"/>
                  <a:cs typeface="CMU Serif Roman" panose="02000603000000000000" pitchFamily="2" charset="0"/>
                </a:rPr>
                <a:t>Capacity</a:t>
              </a:r>
              <a:endParaRPr lang="en-ES" sz="2400" dirty="0">
                <a:ea typeface="CMU Serif Roman" panose="02000603000000000000" pitchFamily="2" charset="0"/>
                <a:cs typeface="CMU Serif Roman" panose="02000603000000000000" pitchFamily="2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ACDF6F9F-5D13-A8A8-6063-743CD262B9BB}"/>
                </a:ext>
              </a:extLst>
            </p:cNvPr>
            <p:cNvSpPr/>
            <p:nvPr/>
          </p:nvSpPr>
          <p:spPr>
            <a:xfrm>
              <a:off x="5776511" y="2321966"/>
              <a:ext cx="500743" cy="438073"/>
            </a:xfrm>
            <a:prstGeom prst="roundRect">
              <a:avLst/>
            </a:prstGeom>
            <a:solidFill>
              <a:srgbClr val="FC88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F3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292F70C-17F4-DE65-C169-2F8AC9EB0CDE}"/>
                </a:ext>
              </a:extLst>
            </p:cNvPr>
            <p:cNvSpPr/>
            <p:nvPr/>
          </p:nvSpPr>
          <p:spPr>
            <a:xfrm>
              <a:off x="5193173" y="2321965"/>
              <a:ext cx="500743" cy="438073"/>
            </a:xfrm>
            <a:prstGeom prst="roundRect">
              <a:avLst/>
            </a:prstGeom>
            <a:solidFill>
              <a:srgbClr val="87DC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F2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08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Orlando E. Martinez Durive</dc:creator>
  <cp:lastModifiedBy>Orlando E. Martinez Durive</cp:lastModifiedBy>
  <cp:revision>17</cp:revision>
  <dcterms:created xsi:type="dcterms:W3CDTF">2024-07-25T17:16:31Z</dcterms:created>
  <dcterms:modified xsi:type="dcterms:W3CDTF">2024-08-15T18:53:13Z</dcterms:modified>
</cp:coreProperties>
</file>